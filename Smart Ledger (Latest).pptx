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e Vietnam" panose="020B0604020202020204" charset="0"/>
      <p:regular r:id="rId15"/>
    </p:embeddedFont>
    <p:embeddedFont>
      <p:font typeface="Klein Bold" panose="020B0604020202020204" charset="0"/>
      <p:regular r:id="rId16"/>
    </p:embeddedFont>
    <p:embeddedFont>
      <p:font typeface="Times New Roman" panose="02020603050405020304" pitchFamily="18" charset="0"/>
      <p:regular r:id="rId17"/>
    </p:embeddedFont>
    <p:embeddedFont>
      <p:font typeface="Roboto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3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0351606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5628656"/>
            <a:ext cx="4658344" cy="4658344"/>
          </a:xfrm>
          <a:custGeom>
            <a:avLst/>
            <a:gdLst/>
            <a:ahLst/>
            <a:cxnLst/>
            <a:rect l="l" t="t" r="r" b="b"/>
            <a:pathLst>
              <a:path w="4658344" h="4658344">
                <a:moveTo>
                  <a:pt x="0" y="0"/>
                </a:moveTo>
                <a:lnTo>
                  <a:pt x="4658344" y="0"/>
                </a:lnTo>
                <a:lnTo>
                  <a:pt x="4658344" y="4658344"/>
                </a:lnTo>
                <a:lnTo>
                  <a:pt x="0" y="4658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3629656" y="0"/>
            <a:ext cx="4658344" cy="4658344"/>
          </a:xfrm>
          <a:custGeom>
            <a:avLst/>
            <a:gdLst/>
            <a:ahLst/>
            <a:cxnLst/>
            <a:rect l="l" t="t" r="r" b="b"/>
            <a:pathLst>
              <a:path w="4658344" h="4658344">
                <a:moveTo>
                  <a:pt x="4658344" y="4658344"/>
                </a:moveTo>
                <a:lnTo>
                  <a:pt x="0" y="4658344"/>
                </a:lnTo>
                <a:lnTo>
                  <a:pt x="0" y="0"/>
                </a:lnTo>
                <a:lnTo>
                  <a:pt x="4658344" y="0"/>
                </a:lnTo>
                <a:lnTo>
                  <a:pt x="4658344" y="46583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99923" y="1791106"/>
            <a:ext cx="10897365" cy="1209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079"/>
              </a:lnSpc>
            </a:pPr>
            <a:r>
              <a:rPr lang="en-US" sz="8814" b="1" spc="890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LEDGER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21656" y="3576072"/>
            <a:ext cx="8564568" cy="48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2"/>
              </a:lnSpc>
              <a:spcBef>
                <a:spcPct val="0"/>
              </a:spcBef>
            </a:pPr>
            <a:r>
              <a:rPr lang="en-US" sz="363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- AI powered Personal Finance Tracker</a:t>
            </a:r>
          </a:p>
        </p:txBody>
      </p:sp>
      <p:sp>
        <p:nvSpPr>
          <p:cNvPr id="9" name="AutoShape 9"/>
          <p:cNvSpPr/>
          <p:nvPr/>
        </p:nvSpPr>
        <p:spPr>
          <a:xfrm>
            <a:off x="2999923" y="4658344"/>
            <a:ext cx="1263945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1780169" y="8591669"/>
            <a:ext cx="4221831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  <a:spcBef>
                <a:spcPct val="0"/>
              </a:spcBef>
            </a:pPr>
            <a:r>
              <a:rPr lang="en-US" sz="3629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Done by Anudeep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99923" y="6152647"/>
            <a:ext cx="7195616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8"/>
              </a:lnSpc>
              <a:spcBef>
                <a:spcPct val="0"/>
              </a:spcBef>
            </a:pPr>
            <a:r>
              <a:rPr lang="en-US" sz="3629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Tech Stack: </a:t>
            </a:r>
            <a:r>
              <a:rPr lang="en-US" sz="3629" dirty="0" err="1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DotNet</a:t>
            </a:r>
            <a:r>
              <a:rPr lang="en-US" sz="3629" dirty="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,Angular ,AI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0351606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2023" y="0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2845977" y="2845977"/>
                </a:moveTo>
                <a:lnTo>
                  <a:pt x="0" y="2845977"/>
                </a:lnTo>
                <a:lnTo>
                  <a:pt x="0" y="0"/>
                </a:lnTo>
                <a:lnTo>
                  <a:pt x="2845977" y="0"/>
                </a:lnTo>
                <a:lnTo>
                  <a:pt x="2845977" y="284597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53786"/>
            <a:ext cx="2833214" cy="2833214"/>
          </a:xfrm>
          <a:custGeom>
            <a:avLst/>
            <a:gdLst/>
            <a:ahLst/>
            <a:cxnLst/>
            <a:rect l="l" t="t" r="r" b="b"/>
            <a:pathLst>
              <a:path w="2833214" h="2833214">
                <a:moveTo>
                  <a:pt x="0" y="0"/>
                </a:moveTo>
                <a:lnTo>
                  <a:pt x="2833214" y="0"/>
                </a:lnTo>
                <a:lnTo>
                  <a:pt x="2833214" y="2833214"/>
                </a:lnTo>
                <a:lnTo>
                  <a:pt x="0" y="2833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31189" y="2162176"/>
            <a:ext cx="9539626" cy="7456831"/>
          </a:xfrm>
          <a:custGeom>
            <a:avLst/>
            <a:gdLst/>
            <a:ahLst/>
            <a:cxnLst/>
            <a:rect l="l" t="t" r="r" b="b"/>
            <a:pathLst>
              <a:path w="9539626" h="7456831">
                <a:moveTo>
                  <a:pt x="0" y="0"/>
                </a:moveTo>
                <a:lnTo>
                  <a:pt x="9539626" y="0"/>
                </a:lnTo>
                <a:lnTo>
                  <a:pt x="9539626" y="7456831"/>
                </a:lnTo>
                <a:lnTo>
                  <a:pt x="0" y="74568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190" b="-119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80124" y="439821"/>
            <a:ext cx="12441757" cy="128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83"/>
              </a:lnSpc>
              <a:spcBef>
                <a:spcPct val="0"/>
              </a:spcBef>
            </a:pPr>
            <a:r>
              <a:rPr lang="en-US" sz="9109" b="1" spc="920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22988" y="2329172"/>
            <a:ext cx="15470097" cy="6342740"/>
          </a:xfrm>
          <a:custGeom>
            <a:avLst/>
            <a:gdLst/>
            <a:ahLst/>
            <a:cxnLst/>
            <a:rect l="l" t="t" r="r" b="b"/>
            <a:pathLst>
              <a:path w="15470097" h="6342740">
                <a:moveTo>
                  <a:pt x="0" y="0"/>
                </a:moveTo>
                <a:lnTo>
                  <a:pt x="15470098" y="0"/>
                </a:lnTo>
                <a:lnTo>
                  <a:pt x="15470098" y="6342740"/>
                </a:lnTo>
                <a:lnTo>
                  <a:pt x="0" y="63427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07953" y="950021"/>
            <a:ext cx="13133758" cy="102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6"/>
              </a:lnSpc>
              <a:spcBef>
                <a:spcPct val="0"/>
              </a:spcBef>
            </a:pPr>
            <a:r>
              <a:rPr lang="en-US" sz="7210" b="1" spc="728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Solution-Smart Ledger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87386" y="1251804"/>
            <a:ext cx="12913227" cy="8608818"/>
          </a:xfrm>
          <a:custGeom>
            <a:avLst/>
            <a:gdLst/>
            <a:ahLst/>
            <a:cxnLst/>
            <a:rect l="l" t="t" r="r" b="b"/>
            <a:pathLst>
              <a:path w="12913227" h="8608818">
                <a:moveTo>
                  <a:pt x="0" y="0"/>
                </a:moveTo>
                <a:lnTo>
                  <a:pt x="12913228" y="0"/>
                </a:lnTo>
                <a:lnTo>
                  <a:pt x="12913228" y="8608819"/>
                </a:lnTo>
                <a:lnTo>
                  <a:pt x="0" y="86088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71007" y="76200"/>
            <a:ext cx="13133758" cy="102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6"/>
              </a:lnSpc>
              <a:spcBef>
                <a:spcPct val="0"/>
              </a:spcBef>
            </a:pPr>
            <a:r>
              <a:rPr lang="en-US" sz="7210" b="1" spc="728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Architecture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85602" y="1423145"/>
            <a:ext cx="14116796" cy="7940697"/>
          </a:xfrm>
          <a:custGeom>
            <a:avLst/>
            <a:gdLst/>
            <a:ahLst/>
            <a:cxnLst/>
            <a:rect l="l" t="t" r="r" b="b"/>
            <a:pathLst>
              <a:path w="14116796" h="7940697">
                <a:moveTo>
                  <a:pt x="0" y="0"/>
                </a:moveTo>
                <a:lnTo>
                  <a:pt x="14116796" y="0"/>
                </a:lnTo>
                <a:lnTo>
                  <a:pt x="14116796" y="7940697"/>
                </a:lnTo>
                <a:lnTo>
                  <a:pt x="0" y="79406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71007" y="76200"/>
            <a:ext cx="13133758" cy="102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6"/>
              </a:lnSpc>
              <a:spcBef>
                <a:spcPct val="0"/>
              </a:spcBef>
            </a:pPr>
            <a:r>
              <a:rPr lang="en-US" sz="7210" b="1" spc="728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23931" y="2329172"/>
            <a:ext cx="12840138" cy="7158377"/>
          </a:xfrm>
          <a:custGeom>
            <a:avLst/>
            <a:gdLst/>
            <a:ahLst/>
            <a:cxnLst/>
            <a:rect l="l" t="t" r="r" b="b"/>
            <a:pathLst>
              <a:path w="12840138" h="7158377">
                <a:moveTo>
                  <a:pt x="0" y="0"/>
                </a:moveTo>
                <a:lnTo>
                  <a:pt x="12840138" y="0"/>
                </a:lnTo>
                <a:lnTo>
                  <a:pt x="12840138" y="7158377"/>
                </a:lnTo>
                <a:lnTo>
                  <a:pt x="0" y="71583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22322" y="282829"/>
            <a:ext cx="11016516" cy="91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88"/>
              </a:lnSpc>
              <a:spcBef>
                <a:spcPct val="0"/>
              </a:spcBef>
            </a:pPr>
            <a:r>
              <a:rPr lang="en-US" sz="6493" b="1" spc="655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Agents Implementation: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2322" y="1470770"/>
            <a:ext cx="15642533" cy="6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4507" spc="455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Agent 1:Natural Language Transaction creation Agent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3449" y="1309963"/>
            <a:ext cx="14492950" cy="8043587"/>
          </a:xfrm>
          <a:custGeom>
            <a:avLst/>
            <a:gdLst/>
            <a:ahLst/>
            <a:cxnLst/>
            <a:rect l="l" t="t" r="r" b="b"/>
            <a:pathLst>
              <a:path w="14492950" h="8043587">
                <a:moveTo>
                  <a:pt x="0" y="0"/>
                </a:moveTo>
                <a:lnTo>
                  <a:pt x="14492950" y="0"/>
                </a:lnTo>
                <a:lnTo>
                  <a:pt x="14492950" y="8043587"/>
                </a:lnTo>
                <a:lnTo>
                  <a:pt x="0" y="80435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43263" y="397984"/>
            <a:ext cx="14413323" cy="6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4507" spc="455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Agent 2:Document Transactions Extraction Agent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88918" y="219300"/>
            <a:ext cx="14388870" cy="6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4507" spc="455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Agent 3: AI Spending Insights Agent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988" y="1072890"/>
            <a:ext cx="15307758" cy="8357616"/>
          </a:xfrm>
          <a:custGeom>
            <a:avLst/>
            <a:gdLst/>
            <a:ahLst/>
            <a:cxnLst/>
            <a:rect l="l" t="t" r="r" b="b"/>
            <a:pathLst>
              <a:path w="15307758" h="8357616">
                <a:moveTo>
                  <a:pt x="0" y="0"/>
                </a:moveTo>
                <a:lnTo>
                  <a:pt x="15307759" y="0"/>
                </a:lnTo>
                <a:lnTo>
                  <a:pt x="15307759" y="8357616"/>
                </a:lnTo>
                <a:lnTo>
                  <a:pt x="0" y="83576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883" b="-883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0830" y="239040"/>
            <a:ext cx="14388870" cy="6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4507" spc="455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Agent 4: Budget Recomendation Agent</a:t>
            </a:r>
          </a:p>
        </p:txBody>
      </p:sp>
      <p:sp>
        <p:nvSpPr>
          <p:cNvPr id="6" name="Freeform 6"/>
          <p:cNvSpPr/>
          <p:nvPr/>
        </p:nvSpPr>
        <p:spPr>
          <a:xfrm>
            <a:off x="1190512" y="1043872"/>
            <a:ext cx="16161295" cy="9090728"/>
          </a:xfrm>
          <a:custGeom>
            <a:avLst/>
            <a:gdLst/>
            <a:ahLst/>
            <a:cxnLst/>
            <a:rect l="l" t="t" r="r" b="b"/>
            <a:pathLst>
              <a:path w="16161295" h="9090728">
                <a:moveTo>
                  <a:pt x="0" y="0"/>
                </a:moveTo>
                <a:lnTo>
                  <a:pt x="16161295" y="0"/>
                </a:lnTo>
                <a:lnTo>
                  <a:pt x="16161295" y="9090728"/>
                </a:lnTo>
                <a:lnTo>
                  <a:pt x="0" y="90907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60432" y="1008632"/>
            <a:ext cx="14701752" cy="8269735"/>
          </a:xfrm>
          <a:custGeom>
            <a:avLst/>
            <a:gdLst/>
            <a:ahLst/>
            <a:cxnLst/>
            <a:rect l="l" t="t" r="r" b="b"/>
            <a:pathLst>
              <a:path w="14701752" h="8269735">
                <a:moveTo>
                  <a:pt x="0" y="0"/>
                </a:moveTo>
                <a:lnTo>
                  <a:pt x="14701752" y="0"/>
                </a:lnTo>
                <a:lnTo>
                  <a:pt x="14701752" y="8269736"/>
                </a:lnTo>
                <a:lnTo>
                  <a:pt x="0" y="8269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49565" y="142875"/>
            <a:ext cx="14388870" cy="63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sz="4507" spc="455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Agent 5: Anomaly Detection Agent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441710" y="0"/>
            <a:ext cx="2846290" cy="2846290"/>
          </a:xfrm>
          <a:custGeom>
            <a:avLst/>
            <a:gdLst/>
            <a:ahLst/>
            <a:cxnLst/>
            <a:rect l="l" t="t" r="r" b="b"/>
            <a:pathLst>
              <a:path w="2846290" h="2846290">
                <a:moveTo>
                  <a:pt x="2846290" y="2846290"/>
                </a:moveTo>
                <a:lnTo>
                  <a:pt x="0" y="2846290"/>
                </a:lnTo>
                <a:lnTo>
                  <a:pt x="0" y="0"/>
                </a:lnTo>
                <a:lnTo>
                  <a:pt x="2846290" y="0"/>
                </a:lnTo>
                <a:lnTo>
                  <a:pt x="2846290" y="284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441023"/>
            <a:ext cx="2845977" cy="2845977"/>
          </a:xfrm>
          <a:custGeom>
            <a:avLst/>
            <a:gdLst/>
            <a:ahLst/>
            <a:cxnLst/>
            <a:rect l="l" t="t" r="r" b="b"/>
            <a:pathLst>
              <a:path w="2845977" h="2845977">
                <a:moveTo>
                  <a:pt x="0" y="0"/>
                </a:moveTo>
                <a:lnTo>
                  <a:pt x="2845977" y="0"/>
                </a:lnTo>
                <a:lnTo>
                  <a:pt x="2845977" y="2845977"/>
                </a:lnTo>
                <a:lnTo>
                  <a:pt x="0" y="2845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9980593" y="24742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66046" y="1839635"/>
            <a:ext cx="14072389" cy="7731019"/>
          </a:xfrm>
          <a:custGeom>
            <a:avLst/>
            <a:gdLst/>
            <a:ahLst/>
            <a:cxnLst/>
            <a:rect l="l" t="t" r="r" b="b"/>
            <a:pathLst>
              <a:path w="14072389" h="7731019">
                <a:moveTo>
                  <a:pt x="0" y="0"/>
                </a:moveTo>
                <a:lnTo>
                  <a:pt x="14072389" y="0"/>
                </a:lnTo>
                <a:lnTo>
                  <a:pt x="14072389" y="7731019"/>
                </a:lnTo>
                <a:lnTo>
                  <a:pt x="0" y="77310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07806" y="549767"/>
            <a:ext cx="14388870" cy="10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6"/>
              </a:lnSpc>
              <a:spcBef>
                <a:spcPct val="0"/>
              </a:spcBef>
            </a:pPr>
            <a:r>
              <a:rPr lang="en-US" sz="7307" spc="738">
                <a:gradFill>
                  <a:gsLst>
                    <a:gs pos="0">
                      <a:srgbClr val="F19A5C">
                        <a:alpha val="100000"/>
                      </a:srgbClr>
                    </a:gs>
                    <a:gs pos="100000">
                      <a:srgbClr val="F9DB6F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Analytics: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69877" y="1398891"/>
            <a:ext cx="12748245" cy="8498830"/>
          </a:xfrm>
          <a:custGeom>
            <a:avLst/>
            <a:gdLst/>
            <a:ahLst/>
            <a:cxnLst/>
            <a:rect l="l" t="t" r="r" b="b"/>
            <a:pathLst>
              <a:path w="12748245" h="8498830">
                <a:moveTo>
                  <a:pt x="0" y="0"/>
                </a:moveTo>
                <a:lnTo>
                  <a:pt x="12748246" y="0"/>
                </a:lnTo>
                <a:lnTo>
                  <a:pt x="12748246" y="8498830"/>
                </a:lnTo>
                <a:lnTo>
                  <a:pt x="0" y="8498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7121" y="120553"/>
            <a:ext cx="13133758" cy="102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6"/>
              </a:lnSpc>
              <a:spcBef>
                <a:spcPct val="0"/>
              </a:spcBef>
            </a:pPr>
            <a:r>
              <a:rPr lang="en-US" sz="7210" spc="728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Bussiness Impacts: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5628656"/>
            <a:ext cx="4658344" cy="4658344"/>
          </a:xfrm>
          <a:custGeom>
            <a:avLst/>
            <a:gdLst/>
            <a:ahLst/>
            <a:cxnLst/>
            <a:rect l="l" t="t" r="r" b="b"/>
            <a:pathLst>
              <a:path w="4658344" h="4658344">
                <a:moveTo>
                  <a:pt x="0" y="0"/>
                </a:moveTo>
                <a:lnTo>
                  <a:pt x="4658344" y="0"/>
                </a:lnTo>
                <a:lnTo>
                  <a:pt x="4658344" y="4658344"/>
                </a:lnTo>
                <a:lnTo>
                  <a:pt x="0" y="4658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9828193" y="2321815"/>
            <a:ext cx="8077747" cy="8092461"/>
          </a:xfrm>
          <a:custGeom>
            <a:avLst/>
            <a:gdLst/>
            <a:ahLst/>
            <a:cxnLst/>
            <a:rect l="l" t="t" r="r" b="b"/>
            <a:pathLst>
              <a:path w="8077747" h="8092461">
                <a:moveTo>
                  <a:pt x="0" y="0"/>
                </a:moveTo>
                <a:lnTo>
                  <a:pt x="8077748" y="0"/>
                </a:lnTo>
                <a:lnTo>
                  <a:pt x="8077748" y="8092461"/>
                </a:lnTo>
                <a:lnTo>
                  <a:pt x="0" y="8092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3629656" y="0"/>
            <a:ext cx="4658344" cy="4658344"/>
          </a:xfrm>
          <a:custGeom>
            <a:avLst/>
            <a:gdLst/>
            <a:ahLst/>
            <a:cxnLst/>
            <a:rect l="l" t="t" r="r" b="b"/>
            <a:pathLst>
              <a:path w="4658344" h="4658344">
                <a:moveTo>
                  <a:pt x="4658344" y="4658344"/>
                </a:moveTo>
                <a:lnTo>
                  <a:pt x="0" y="4658344"/>
                </a:lnTo>
                <a:lnTo>
                  <a:pt x="0" y="0"/>
                </a:lnTo>
                <a:lnTo>
                  <a:pt x="4658344" y="0"/>
                </a:lnTo>
                <a:lnTo>
                  <a:pt x="4658344" y="46583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40126" y="4414258"/>
            <a:ext cx="9407749" cy="164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80"/>
              </a:lnSpc>
            </a:pPr>
            <a:r>
              <a:rPr lang="en-US" sz="12116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68</Words>
  <Application>Microsoft Office PowerPoint</Application>
  <PresentationFormat>Custom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Be Vietnam</vt:lpstr>
      <vt:lpstr>Klein Bold</vt:lpstr>
      <vt:lpstr>Times New Roman</vt:lpstr>
      <vt:lpstr>Roboto Bold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Ledger</dc:title>
  <cp:lastModifiedBy>Putta Anudeep</cp:lastModifiedBy>
  <cp:revision>6</cp:revision>
  <dcterms:created xsi:type="dcterms:W3CDTF">2006-08-16T00:00:00Z</dcterms:created>
  <dcterms:modified xsi:type="dcterms:W3CDTF">2026-08-11T09:28:06Z</dcterms:modified>
  <dc:identifier>DAHQRgubA58</dc:identifier>
</cp:coreProperties>
</file>